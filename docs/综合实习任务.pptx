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35" r:id="rId2"/>
    <p:sldId id="33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51" d="100"/>
          <a:sy n="151" d="100"/>
        </p:scale>
        <p:origin x="654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1F51D-29BC-4F1F-9187-8CAC4ACD81A5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39516-8BE4-4D7B-8347-46CD22C9F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960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" y="1184275"/>
            <a:ext cx="5681663" cy="31972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7998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5227" y="1056210"/>
            <a:ext cx="10763673" cy="46579"/>
            <a:chOff x="755227" y="1056210"/>
            <a:chExt cx="10763673" cy="46579"/>
          </a:xfrm>
        </p:grpSpPr>
        <p:sp>
          <p:nvSpPr>
            <p:cNvPr id="3" name="AutoShape 3"/>
            <p:cNvSpPr/>
            <p:nvPr/>
          </p:nvSpPr>
          <p:spPr>
            <a:xfrm flipH="1">
              <a:off x="755227" y="1056210"/>
              <a:ext cx="398518" cy="46579"/>
            </a:xfrm>
            <a:prstGeom prst="parallelogram">
              <a:avLst/>
            </a:prstGeom>
            <a:solidFill>
              <a:srgbClr val="4093E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1208810" y="1056210"/>
              <a:ext cx="398518" cy="46579"/>
            </a:xfrm>
            <a:prstGeom prst="parallelogram">
              <a:avLst/>
            </a:prstGeom>
            <a:solidFill>
              <a:srgbClr val="51A9E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1662393" y="1056210"/>
              <a:ext cx="398518" cy="46579"/>
            </a:xfrm>
            <a:prstGeom prst="parallelogram">
              <a:avLst/>
            </a:prstGeom>
            <a:solidFill>
              <a:srgbClr val="86ADD3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2130425" y="1081610"/>
              <a:ext cx="9388475" cy="0"/>
            </a:xfrm>
            <a:prstGeom prst="line">
              <a:avLst/>
            </a:prstGeom>
            <a:ln w="6350">
              <a:gradFill>
                <a:gsLst>
                  <a:gs pos="0">
                    <a:srgbClr val="4093EF">
                      <a:alpha val="100000"/>
                    </a:srgbClr>
                  </a:gs>
                  <a:gs pos="100000">
                    <a:srgbClr val="4093EF">
                      <a:alpha val="0"/>
                      <a:lumMod val="5000"/>
                      <a:lumOff val="95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</p:grpSp>
      <p:sp>
        <p:nvSpPr>
          <p:cNvPr id="7" name="AutoShape 7"/>
          <p:cNvSpPr/>
          <p:nvPr/>
        </p:nvSpPr>
        <p:spPr>
          <a:xfrm>
            <a:off x="0" y="6583678"/>
            <a:ext cx="6096000" cy="274320"/>
          </a:xfrm>
          <a:custGeom>
            <a:avLst/>
            <a:gdLst/>
            <a:ahLst/>
            <a:cxnLst/>
            <a:rect l="l" t="t" r="r" b="b"/>
            <a:pathLst>
              <a:path w="3474720" h="779644">
                <a:moveTo>
                  <a:pt x="3471642" y="0"/>
                </a:moveTo>
                <a:lnTo>
                  <a:pt x="3474720" y="0"/>
                </a:lnTo>
                <a:lnTo>
                  <a:pt x="3474720" y="5331"/>
                </a:lnTo>
                <a:close/>
                <a:moveTo>
                  <a:pt x="0" y="0"/>
                </a:moveTo>
                <a:lnTo>
                  <a:pt x="2342461" y="0"/>
                </a:lnTo>
                <a:lnTo>
                  <a:pt x="2792588" y="779644"/>
                </a:lnTo>
                <a:lnTo>
                  <a:pt x="0" y="779644"/>
                </a:lnTo>
                <a:close/>
              </a:path>
            </a:pathLst>
          </a:custGeom>
          <a:gradFill>
            <a:gsLst>
              <a:gs pos="0">
                <a:srgbClr val="4093EF">
                  <a:alpha val="50980"/>
                </a:srgbClr>
              </a:gs>
              <a:gs pos="100000">
                <a:srgbClr val="4093EF">
                  <a:alpha val="0"/>
                  <a:lumMod val="5000"/>
                  <a:lumOff val="95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577850" y="6729413"/>
            <a:ext cx="11614150" cy="128586"/>
          </a:xfrm>
          <a:custGeom>
            <a:avLst/>
            <a:gdLst/>
            <a:ahLst/>
            <a:cxnLst/>
            <a:rect l="l" t="t" r="r" b="b"/>
            <a:pathLst>
              <a:path w="3474720" h="779644">
                <a:moveTo>
                  <a:pt x="3471642" y="0"/>
                </a:moveTo>
                <a:lnTo>
                  <a:pt x="3474720" y="0"/>
                </a:lnTo>
                <a:lnTo>
                  <a:pt x="3474720" y="5331"/>
                </a:lnTo>
                <a:close/>
                <a:moveTo>
                  <a:pt x="0" y="0"/>
                </a:moveTo>
                <a:lnTo>
                  <a:pt x="2342461" y="0"/>
                </a:lnTo>
                <a:lnTo>
                  <a:pt x="2792588" y="779644"/>
                </a:lnTo>
                <a:lnTo>
                  <a:pt x="0" y="779644"/>
                </a:lnTo>
                <a:close/>
              </a:path>
            </a:pathLst>
          </a:custGeom>
          <a:gradFill>
            <a:gsLst>
              <a:gs pos="0">
                <a:srgbClr val="4093EF">
                  <a:alpha val="50980"/>
                </a:srgbClr>
              </a:gs>
              <a:gs pos="100000">
                <a:srgbClr val="4093EF">
                  <a:alpha val="0"/>
                  <a:lumMod val="5000"/>
                  <a:lumOff val="95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AutoShap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t="-16401" b="-16401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68000">
                  <a:srgbClr val="FFFFFF">
                    <a:alpha val="10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0" y="6476649"/>
              <a:ext cx="3474720" cy="381349"/>
            </a:xfrm>
            <a:custGeom>
              <a:avLst/>
              <a:gdLst/>
              <a:ahLst/>
              <a:cxnLst/>
              <a:rect l="l" t="t" r="r" b="b"/>
              <a:pathLst>
                <a:path w="3474720" h="779644">
                  <a:moveTo>
                    <a:pt x="3471642" y="0"/>
                  </a:moveTo>
                  <a:lnTo>
                    <a:pt x="3474720" y="0"/>
                  </a:lnTo>
                  <a:lnTo>
                    <a:pt x="3474720" y="5331"/>
                  </a:lnTo>
                  <a:close/>
                  <a:moveTo>
                    <a:pt x="0" y="0"/>
                  </a:moveTo>
                  <a:lnTo>
                    <a:pt x="2342461" y="0"/>
                  </a:lnTo>
                  <a:lnTo>
                    <a:pt x="2792588" y="779644"/>
                  </a:lnTo>
                  <a:lnTo>
                    <a:pt x="0" y="779644"/>
                  </a:lnTo>
                  <a:close/>
                </a:path>
              </a:pathLst>
            </a:custGeom>
            <a:gradFill>
              <a:gsLst>
                <a:gs pos="0">
                  <a:srgbClr val="4093EF">
                    <a:alpha val="50980"/>
                  </a:srgbClr>
                </a:gs>
                <a:gs pos="100000">
                  <a:srgbClr val="4093EF">
                    <a:alpha val="0"/>
                    <a:lumMod val="5000"/>
                    <a:lumOff val="95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FFFFFF">
                <a:alpha val="100000"/>
              </a:srgbClr>
            </a:gs>
            <a:gs pos="100000">
              <a:srgbClr val="4093EF">
                <a:alpha val="100000"/>
                <a:lumMod val="20000"/>
                <a:lumOff val="8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5227" y="1056210"/>
            <a:ext cx="10763673" cy="46579"/>
            <a:chOff x="755227" y="1056210"/>
            <a:chExt cx="10763673" cy="46579"/>
          </a:xfrm>
        </p:grpSpPr>
        <p:sp>
          <p:nvSpPr>
            <p:cNvPr id="3" name="AutoShape 3"/>
            <p:cNvSpPr/>
            <p:nvPr/>
          </p:nvSpPr>
          <p:spPr>
            <a:xfrm flipH="1">
              <a:off x="755227" y="1056210"/>
              <a:ext cx="398518" cy="46579"/>
            </a:xfrm>
            <a:prstGeom prst="parallelogram">
              <a:avLst/>
            </a:prstGeom>
            <a:solidFill>
              <a:srgbClr val="4093E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1208810" y="1056210"/>
              <a:ext cx="398518" cy="46579"/>
            </a:xfrm>
            <a:prstGeom prst="parallelogram">
              <a:avLst/>
            </a:prstGeom>
            <a:solidFill>
              <a:srgbClr val="51A9E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1662393" y="1056210"/>
              <a:ext cx="398518" cy="46579"/>
            </a:xfrm>
            <a:prstGeom prst="parallelogram">
              <a:avLst/>
            </a:prstGeom>
            <a:solidFill>
              <a:srgbClr val="86ADD3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2130425" y="1081610"/>
              <a:ext cx="9388475" cy="0"/>
            </a:xfrm>
            <a:prstGeom prst="line">
              <a:avLst/>
            </a:prstGeom>
            <a:ln w="6350">
              <a:gradFill>
                <a:gsLst>
                  <a:gs pos="0">
                    <a:srgbClr val="4093EF">
                      <a:alpha val="100000"/>
                    </a:srgbClr>
                  </a:gs>
                  <a:gs pos="100000">
                    <a:srgbClr val="4093EF">
                      <a:alpha val="0"/>
                      <a:lumMod val="5000"/>
                      <a:lumOff val="95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</p:grpSp>
      <p:sp>
        <p:nvSpPr>
          <p:cNvPr id="7" name="AutoShape 7"/>
          <p:cNvSpPr/>
          <p:nvPr/>
        </p:nvSpPr>
        <p:spPr>
          <a:xfrm>
            <a:off x="0" y="6583678"/>
            <a:ext cx="6096000" cy="274320"/>
          </a:xfrm>
          <a:custGeom>
            <a:avLst/>
            <a:gdLst/>
            <a:ahLst/>
            <a:cxnLst/>
            <a:rect l="l" t="t" r="r" b="b"/>
            <a:pathLst>
              <a:path w="3474720" h="779644">
                <a:moveTo>
                  <a:pt x="3471642" y="0"/>
                </a:moveTo>
                <a:lnTo>
                  <a:pt x="3474720" y="0"/>
                </a:lnTo>
                <a:lnTo>
                  <a:pt x="3474720" y="5331"/>
                </a:lnTo>
                <a:close/>
                <a:moveTo>
                  <a:pt x="0" y="0"/>
                </a:moveTo>
                <a:lnTo>
                  <a:pt x="2342461" y="0"/>
                </a:lnTo>
                <a:lnTo>
                  <a:pt x="2792588" y="779644"/>
                </a:lnTo>
                <a:lnTo>
                  <a:pt x="0" y="779644"/>
                </a:lnTo>
                <a:close/>
              </a:path>
            </a:pathLst>
          </a:custGeom>
          <a:gradFill>
            <a:gsLst>
              <a:gs pos="0">
                <a:srgbClr val="4093EF">
                  <a:alpha val="50980"/>
                </a:srgbClr>
              </a:gs>
              <a:gs pos="100000">
                <a:srgbClr val="4093EF">
                  <a:alpha val="0"/>
                  <a:lumMod val="5000"/>
                  <a:lumOff val="95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577850" y="6729413"/>
            <a:ext cx="11614150" cy="128586"/>
          </a:xfrm>
          <a:custGeom>
            <a:avLst/>
            <a:gdLst/>
            <a:ahLst/>
            <a:cxnLst/>
            <a:rect l="l" t="t" r="r" b="b"/>
            <a:pathLst>
              <a:path w="3474720" h="779644">
                <a:moveTo>
                  <a:pt x="3471642" y="0"/>
                </a:moveTo>
                <a:lnTo>
                  <a:pt x="3474720" y="0"/>
                </a:lnTo>
                <a:lnTo>
                  <a:pt x="3474720" y="5331"/>
                </a:lnTo>
                <a:close/>
                <a:moveTo>
                  <a:pt x="0" y="0"/>
                </a:moveTo>
                <a:lnTo>
                  <a:pt x="2342461" y="0"/>
                </a:lnTo>
                <a:lnTo>
                  <a:pt x="2792588" y="779644"/>
                </a:lnTo>
                <a:lnTo>
                  <a:pt x="0" y="779644"/>
                </a:lnTo>
                <a:close/>
              </a:path>
            </a:pathLst>
          </a:custGeom>
          <a:gradFill>
            <a:gsLst>
              <a:gs pos="0">
                <a:srgbClr val="4093EF">
                  <a:alpha val="50980"/>
                </a:srgbClr>
              </a:gs>
              <a:gs pos="100000">
                <a:srgbClr val="4093EF">
                  <a:alpha val="0"/>
                  <a:lumMod val="5000"/>
                  <a:lumOff val="95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5227" y="1056210"/>
            <a:ext cx="10763673" cy="46579"/>
            <a:chOff x="755227" y="1056210"/>
            <a:chExt cx="10763673" cy="46579"/>
          </a:xfrm>
        </p:grpSpPr>
        <p:sp>
          <p:nvSpPr>
            <p:cNvPr id="3" name="AutoShape 3"/>
            <p:cNvSpPr/>
            <p:nvPr/>
          </p:nvSpPr>
          <p:spPr>
            <a:xfrm flipH="1">
              <a:off x="755227" y="1056210"/>
              <a:ext cx="398518" cy="46579"/>
            </a:xfrm>
            <a:prstGeom prst="parallelogram">
              <a:avLst/>
            </a:prstGeom>
            <a:solidFill>
              <a:srgbClr val="4093E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1208810" y="1056210"/>
              <a:ext cx="398518" cy="46579"/>
            </a:xfrm>
            <a:prstGeom prst="parallelogram">
              <a:avLst/>
            </a:prstGeom>
            <a:solidFill>
              <a:srgbClr val="51A9E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1662393" y="1056210"/>
              <a:ext cx="398518" cy="46579"/>
            </a:xfrm>
            <a:prstGeom prst="parallelogram">
              <a:avLst/>
            </a:prstGeom>
            <a:solidFill>
              <a:srgbClr val="86ADD3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2130425" y="1081610"/>
              <a:ext cx="9388475" cy="0"/>
            </a:xfrm>
            <a:prstGeom prst="line">
              <a:avLst/>
            </a:prstGeom>
            <a:ln w="6350">
              <a:gradFill>
                <a:gsLst>
                  <a:gs pos="0">
                    <a:srgbClr val="4093EF">
                      <a:alpha val="100000"/>
                    </a:srgbClr>
                  </a:gs>
                  <a:gs pos="100000">
                    <a:srgbClr val="4093EF">
                      <a:alpha val="0"/>
                      <a:lumMod val="5000"/>
                      <a:lumOff val="95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</p:grpSp>
      <p:sp>
        <p:nvSpPr>
          <p:cNvPr id="7" name="AutoShape 7"/>
          <p:cNvSpPr/>
          <p:nvPr/>
        </p:nvSpPr>
        <p:spPr>
          <a:xfrm>
            <a:off x="0" y="6583678"/>
            <a:ext cx="6096000" cy="274320"/>
          </a:xfrm>
          <a:custGeom>
            <a:avLst/>
            <a:gdLst/>
            <a:ahLst/>
            <a:cxnLst/>
            <a:rect l="l" t="t" r="r" b="b"/>
            <a:pathLst>
              <a:path w="3474720" h="779644">
                <a:moveTo>
                  <a:pt x="3471642" y="0"/>
                </a:moveTo>
                <a:lnTo>
                  <a:pt x="3474720" y="0"/>
                </a:lnTo>
                <a:lnTo>
                  <a:pt x="3474720" y="5331"/>
                </a:lnTo>
                <a:close/>
                <a:moveTo>
                  <a:pt x="0" y="0"/>
                </a:moveTo>
                <a:lnTo>
                  <a:pt x="2342461" y="0"/>
                </a:lnTo>
                <a:lnTo>
                  <a:pt x="2792588" y="779644"/>
                </a:lnTo>
                <a:lnTo>
                  <a:pt x="0" y="779644"/>
                </a:lnTo>
                <a:close/>
              </a:path>
            </a:pathLst>
          </a:custGeom>
          <a:gradFill>
            <a:gsLst>
              <a:gs pos="0">
                <a:srgbClr val="4093EF">
                  <a:alpha val="50980"/>
                </a:srgbClr>
              </a:gs>
              <a:gs pos="100000">
                <a:srgbClr val="4093EF">
                  <a:alpha val="0"/>
                  <a:lumMod val="5000"/>
                  <a:lumOff val="95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577850" y="6729413"/>
            <a:ext cx="11614150" cy="128586"/>
          </a:xfrm>
          <a:custGeom>
            <a:avLst/>
            <a:gdLst/>
            <a:ahLst/>
            <a:cxnLst/>
            <a:rect l="l" t="t" r="r" b="b"/>
            <a:pathLst>
              <a:path w="3474720" h="779644">
                <a:moveTo>
                  <a:pt x="3471642" y="0"/>
                </a:moveTo>
                <a:lnTo>
                  <a:pt x="3474720" y="0"/>
                </a:lnTo>
                <a:lnTo>
                  <a:pt x="3474720" y="5331"/>
                </a:lnTo>
                <a:close/>
                <a:moveTo>
                  <a:pt x="0" y="0"/>
                </a:moveTo>
                <a:lnTo>
                  <a:pt x="2342461" y="0"/>
                </a:lnTo>
                <a:lnTo>
                  <a:pt x="2792588" y="779644"/>
                </a:lnTo>
                <a:lnTo>
                  <a:pt x="0" y="779644"/>
                </a:lnTo>
                <a:close/>
              </a:path>
            </a:pathLst>
          </a:custGeom>
          <a:gradFill>
            <a:gsLst>
              <a:gs pos="0">
                <a:srgbClr val="4093EF">
                  <a:alpha val="50980"/>
                </a:srgbClr>
              </a:gs>
              <a:gs pos="100000">
                <a:srgbClr val="4093EF">
                  <a:alpha val="0"/>
                  <a:lumMod val="5000"/>
                  <a:lumOff val="95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/>
              <a:alphaModFix/>
            </a:blip>
            <a:stretch>
              <a:fillRect t="-2790" b="-30012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093EF">
                  <a:alpha val="5098"/>
                  <a:lumMod val="20000"/>
                  <a:lumOff val="80000"/>
                </a:srgbClr>
              </a:gs>
              <a:gs pos="68000">
                <a:srgbClr val="FFFFFF">
                  <a:alpha val="83921"/>
                </a:srgbClr>
              </a:gs>
            </a:gsLst>
            <a:lin ang="10800000"/>
          </a:gradFill>
          <a:ln>
            <a:prstDash val="solid"/>
            <a:headEnd type="none"/>
            <a:tailEnd type="none"/>
          </a:ln>
        </p:spPr>
      </p:sp>
      <p:sp>
        <p:nvSpPr>
          <p:cNvPr id="12" name="AutoShape 12"/>
          <p:cNvSpPr/>
          <p:nvPr/>
        </p:nvSpPr>
        <p:spPr>
          <a:xfrm>
            <a:off x="0" y="6476649"/>
            <a:ext cx="3474720" cy="381349"/>
          </a:xfrm>
          <a:custGeom>
            <a:avLst/>
            <a:gdLst/>
            <a:ahLst/>
            <a:cxnLst/>
            <a:rect l="l" t="t" r="r" b="b"/>
            <a:pathLst>
              <a:path w="3474720" h="779644">
                <a:moveTo>
                  <a:pt x="3471642" y="0"/>
                </a:moveTo>
                <a:lnTo>
                  <a:pt x="3474720" y="0"/>
                </a:lnTo>
                <a:lnTo>
                  <a:pt x="3474720" y="5331"/>
                </a:lnTo>
                <a:close/>
                <a:moveTo>
                  <a:pt x="0" y="0"/>
                </a:moveTo>
                <a:lnTo>
                  <a:pt x="2342461" y="0"/>
                </a:lnTo>
                <a:lnTo>
                  <a:pt x="2792588" y="779644"/>
                </a:lnTo>
                <a:lnTo>
                  <a:pt x="0" y="779644"/>
                </a:lnTo>
                <a:close/>
              </a:path>
            </a:pathLst>
          </a:custGeom>
          <a:gradFill>
            <a:gsLst>
              <a:gs pos="0">
                <a:srgbClr val="4093EF">
                  <a:alpha val="50980"/>
                </a:srgbClr>
              </a:gs>
              <a:gs pos="100000">
                <a:srgbClr val="4093EF">
                  <a:alpha val="0"/>
                  <a:lumMod val="5000"/>
                  <a:lumOff val="95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FFFFFF">
                <a:alpha val="100000"/>
              </a:srgbClr>
            </a:gs>
            <a:gs pos="100000">
              <a:srgbClr val="4093EF">
                <a:alpha val="100000"/>
                <a:lumMod val="20000"/>
                <a:lumOff val="8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5227" y="1056210"/>
            <a:ext cx="10763673" cy="46579"/>
            <a:chOff x="755227" y="1056210"/>
            <a:chExt cx="10763673" cy="46579"/>
          </a:xfrm>
        </p:grpSpPr>
        <p:sp>
          <p:nvSpPr>
            <p:cNvPr id="3" name="AutoShape 3"/>
            <p:cNvSpPr/>
            <p:nvPr/>
          </p:nvSpPr>
          <p:spPr>
            <a:xfrm flipH="1">
              <a:off x="755227" y="1056210"/>
              <a:ext cx="398518" cy="46579"/>
            </a:xfrm>
            <a:prstGeom prst="parallelogram">
              <a:avLst/>
            </a:prstGeom>
            <a:solidFill>
              <a:srgbClr val="4093E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1208810" y="1056210"/>
              <a:ext cx="398518" cy="46579"/>
            </a:xfrm>
            <a:prstGeom prst="parallelogram">
              <a:avLst/>
            </a:prstGeom>
            <a:solidFill>
              <a:srgbClr val="51A9E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1662393" y="1056210"/>
              <a:ext cx="398518" cy="46579"/>
            </a:xfrm>
            <a:prstGeom prst="parallelogram">
              <a:avLst/>
            </a:prstGeom>
            <a:solidFill>
              <a:srgbClr val="86ADD3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2130425" y="1081610"/>
              <a:ext cx="9388475" cy="0"/>
            </a:xfrm>
            <a:prstGeom prst="line">
              <a:avLst/>
            </a:prstGeom>
            <a:ln w="6350">
              <a:gradFill>
                <a:gsLst>
                  <a:gs pos="0">
                    <a:srgbClr val="4093EF">
                      <a:alpha val="100000"/>
                    </a:srgbClr>
                  </a:gs>
                  <a:gs pos="100000">
                    <a:srgbClr val="4093EF">
                      <a:alpha val="0"/>
                      <a:lumMod val="5000"/>
                      <a:lumOff val="95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</p:grpSp>
      <p:sp>
        <p:nvSpPr>
          <p:cNvPr id="7" name="AutoShape 7"/>
          <p:cNvSpPr/>
          <p:nvPr/>
        </p:nvSpPr>
        <p:spPr>
          <a:xfrm>
            <a:off x="0" y="6583678"/>
            <a:ext cx="6096000" cy="274320"/>
          </a:xfrm>
          <a:custGeom>
            <a:avLst/>
            <a:gdLst/>
            <a:ahLst/>
            <a:cxnLst/>
            <a:rect l="l" t="t" r="r" b="b"/>
            <a:pathLst>
              <a:path w="3474720" h="779644">
                <a:moveTo>
                  <a:pt x="3471642" y="0"/>
                </a:moveTo>
                <a:lnTo>
                  <a:pt x="3474720" y="0"/>
                </a:lnTo>
                <a:lnTo>
                  <a:pt x="3474720" y="5331"/>
                </a:lnTo>
                <a:close/>
                <a:moveTo>
                  <a:pt x="0" y="0"/>
                </a:moveTo>
                <a:lnTo>
                  <a:pt x="2342461" y="0"/>
                </a:lnTo>
                <a:lnTo>
                  <a:pt x="2792588" y="779644"/>
                </a:lnTo>
                <a:lnTo>
                  <a:pt x="0" y="779644"/>
                </a:lnTo>
                <a:close/>
              </a:path>
            </a:pathLst>
          </a:custGeom>
          <a:gradFill>
            <a:gsLst>
              <a:gs pos="0">
                <a:srgbClr val="4093EF">
                  <a:alpha val="50980"/>
                </a:srgbClr>
              </a:gs>
              <a:gs pos="100000">
                <a:srgbClr val="4093EF">
                  <a:alpha val="0"/>
                  <a:lumMod val="5000"/>
                  <a:lumOff val="95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577850" y="6729413"/>
            <a:ext cx="11614150" cy="128586"/>
          </a:xfrm>
          <a:custGeom>
            <a:avLst/>
            <a:gdLst/>
            <a:ahLst/>
            <a:cxnLst/>
            <a:rect l="l" t="t" r="r" b="b"/>
            <a:pathLst>
              <a:path w="3474720" h="779644">
                <a:moveTo>
                  <a:pt x="3471642" y="0"/>
                </a:moveTo>
                <a:lnTo>
                  <a:pt x="3474720" y="0"/>
                </a:lnTo>
                <a:lnTo>
                  <a:pt x="3474720" y="5331"/>
                </a:lnTo>
                <a:close/>
                <a:moveTo>
                  <a:pt x="0" y="0"/>
                </a:moveTo>
                <a:lnTo>
                  <a:pt x="2342461" y="0"/>
                </a:lnTo>
                <a:lnTo>
                  <a:pt x="2792588" y="779644"/>
                </a:lnTo>
                <a:lnTo>
                  <a:pt x="0" y="779644"/>
                </a:lnTo>
                <a:close/>
              </a:path>
            </a:pathLst>
          </a:custGeom>
          <a:gradFill>
            <a:gsLst>
              <a:gs pos="0">
                <a:srgbClr val="4093EF">
                  <a:alpha val="50980"/>
                </a:srgbClr>
              </a:gs>
              <a:gs pos="100000">
                <a:srgbClr val="4093EF">
                  <a:alpha val="0"/>
                  <a:lumMod val="5000"/>
                  <a:lumOff val="95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FFFFFF">
                <a:alpha val="100000"/>
              </a:srgbClr>
            </a:gs>
            <a:gs pos="100000">
              <a:srgbClr val="4093EF">
                <a:alpha val="100000"/>
                <a:lumMod val="20000"/>
                <a:lumOff val="8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FFFFFF">
                <a:alpha val="100000"/>
              </a:srgbClr>
            </a:gs>
            <a:gs pos="100000">
              <a:srgbClr val="4093EF">
                <a:alpha val="100000"/>
                <a:lumMod val="20000"/>
                <a:lumOff val="8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2381252"/>
            <a:chOff x="0" y="0"/>
            <a:chExt cx="12192000" cy="2381252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2254250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l="-729" t="-172631" r="-625" b="-136857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2254250"/>
            </a:xfrm>
            <a:prstGeom prst="rect">
              <a:avLst/>
            </a:prstGeom>
            <a:gradFill>
              <a:gsLst>
                <a:gs pos="0">
                  <a:srgbClr val="4093EF">
                    <a:alpha val="0"/>
                  </a:srgbClr>
                </a:gs>
                <a:gs pos="100000">
                  <a:srgbClr val="4093EF">
                    <a:alpha val="10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755227" y="2334673"/>
              <a:ext cx="10763673" cy="46579"/>
              <a:chOff x="755227" y="1056210"/>
              <a:chExt cx="10763673" cy="46579"/>
            </a:xfrm>
          </p:grpSpPr>
          <p:sp>
            <p:nvSpPr>
              <p:cNvPr id="6" name="AutoShape 6"/>
              <p:cNvSpPr/>
              <p:nvPr/>
            </p:nvSpPr>
            <p:spPr>
              <a:xfrm flipH="1">
                <a:off x="755227" y="1056210"/>
                <a:ext cx="398518" cy="46579"/>
              </a:xfrm>
              <a:prstGeom prst="parallelogram">
                <a:avLst/>
              </a:prstGeom>
              <a:solidFill>
                <a:srgbClr val="4093E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 flipH="1">
                <a:off x="1208810" y="1056210"/>
                <a:ext cx="398518" cy="46579"/>
              </a:xfrm>
              <a:prstGeom prst="parallelogram">
                <a:avLst/>
              </a:prstGeom>
              <a:solidFill>
                <a:srgbClr val="51A9E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 flipH="1">
                <a:off x="1662393" y="1056210"/>
                <a:ext cx="398518" cy="46579"/>
              </a:xfrm>
              <a:prstGeom prst="parallelogram">
                <a:avLst/>
              </a:prstGeom>
              <a:solidFill>
                <a:srgbClr val="86AD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2130425" y="1081610"/>
                <a:ext cx="9388475" cy="0"/>
              </a:xfrm>
              <a:prstGeom prst="line">
                <a:avLst/>
              </a:prstGeom>
              <a:ln w="6350">
                <a:gradFill>
                  <a:gsLst>
                    <a:gs pos="0">
                      <a:srgbClr val="4093EF">
                        <a:alpha val="100000"/>
                      </a:srgbClr>
                    </a:gs>
                    <a:gs pos="100000">
                      <a:srgbClr val="4093EF">
                        <a:alpha val="0"/>
                        <a:lumMod val="5000"/>
                        <a:lumOff val="95000"/>
                      </a:srgbClr>
                    </a:gs>
                  </a:gsLst>
                  <a:lin ang="0"/>
                </a:gradFill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5227" y="1056210"/>
            <a:ext cx="10763673" cy="46579"/>
            <a:chOff x="755227" y="1056210"/>
            <a:chExt cx="10763673" cy="46579"/>
          </a:xfrm>
        </p:grpSpPr>
        <p:sp>
          <p:nvSpPr>
            <p:cNvPr id="3" name="AutoShape 3"/>
            <p:cNvSpPr/>
            <p:nvPr/>
          </p:nvSpPr>
          <p:spPr>
            <a:xfrm flipH="1">
              <a:off x="755227" y="1056210"/>
              <a:ext cx="398518" cy="46579"/>
            </a:xfrm>
            <a:prstGeom prst="parallelogram">
              <a:avLst/>
            </a:prstGeom>
            <a:solidFill>
              <a:srgbClr val="4093E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1208810" y="1056210"/>
              <a:ext cx="398518" cy="46579"/>
            </a:xfrm>
            <a:prstGeom prst="parallelogram">
              <a:avLst/>
            </a:prstGeom>
            <a:solidFill>
              <a:srgbClr val="51A9E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1662393" y="1056210"/>
              <a:ext cx="398518" cy="46579"/>
            </a:xfrm>
            <a:prstGeom prst="parallelogram">
              <a:avLst/>
            </a:prstGeom>
            <a:solidFill>
              <a:srgbClr val="86ADD3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2130425" y="1081610"/>
              <a:ext cx="9388475" cy="0"/>
            </a:xfrm>
            <a:prstGeom prst="line">
              <a:avLst/>
            </a:prstGeom>
            <a:ln w="6350">
              <a:gradFill>
                <a:gsLst>
                  <a:gs pos="0">
                    <a:srgbClr val="4093EF">
                      <a:alpha val="100000"/>
                    </a:srgbClr>
                  </a:gs>
                  <a:gs pos="100000">
                    <a:srgbClr val="4093EF">
                      <a:alpha val="0"/>
                      <a:lumMod val="5000"/>
                      <a:lumOff val="95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</p:grpSp>
      <p:sp>
        <p:nvSpPr>
          <p:cNvPr id="7" name="AutoShape 7"/>
          <p:cNvSpPr/>
          <p:nvPr/>
        </p:nvSpPr>
        <p:spPr>
          <a:xfrm>
            <a:off x="0" y="6583678"/>
            <a:ext cx="6096000" cy="274320"/>
          </a:xfrm>
          <a:custGeom>
            <a:avLst/>
            <a:gdLst/>
            <a:ahLst/>
            <a:cxnLst/>
            <a:rect l="l" t="t" r="r" b="b"/>
            <a:pathLst>
              <a:path w="3474720" h="779644">
                <a:moveTo>
                  <a:pt x="3471642" y="0"/>
                </a:moveTo>
                <a:lnTo>
                  <a:pt x="3474720" y="0"/>
                </a:lnTo>
                <a:lnTo>
                  <a:pt x="3474720" y="5331"/>
                </a:lnTo>
                <a:close/>
                <a:moveTo>
                  <a:pt x="0" y="0"/>
                </a:moveTo>
                <a:lnTo>
                  <a:pt x="2342461" y="0"/>
                </a:lnTo>
                <a:lnTo>
                  <a:pt x="2792588" y="779644"/>
                </a:lnTo>
                <a:lnTo>
                  <a:pt x="0" y="779644"/>
                </a:lnTo>
                <a:close/>
              </a:path>
            </a:pathLst>
          </a:custGeom>
          <a:gradFill>
            <a:gsLst>
              <a:gs pos="0">
                <a:srgbClr val="4093EF">
                  <a:alpha val="50980"/>
                </a:srgbClr>
              </a:gs>
              <a:gs pos="100000">
                <a:srgbClr val="4093EF">
                  <a:alpha val="0"/>
                  <a:lumMod val="5000"/>
                  <a:lumOff val="95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577850" y="6729413"/>
            <a:ext cx="11614150" cy="128586"/>
          </a:xfrm>
          <a:custGeom>
            <a:avLst/>
            <a:gdLst/>
            <a:ahLst/>
            <a:cxnLst/>
            <a:rect l="l" t="t" r="r" b="b"/>
            <a:pathLst>
              <a:path w="3474720" h="779644">
                <a:moveTo>
                  <a:pt x="3471642" y="0"/>
                </a:moveTo>
                <a:lnTo>
                  <a:pt x="3474720" y="0"/>
                </a:lnTo>
                <a:lnTo>
                  <a:pt x="3474720" y="5331"/>
                </a:lnTo>
                <a:close/>
                <a:moveTo>
                  <a:pt x="0" y="0"/>
                </a:moveTo>
                <a:lnTo>
                  <a:pt x="2342461" y="0"/>
                </a:lnTo>
                <a:lnTo>
                  <a:pt x="2792588" y="779644"/>
                </a:lnTo>
                <a:lnTo>
                  <a:pt x="0" y="779644"/>
                </a:lnTo>
                <a:close/>
              </a:path>
            </a:pathLst>
          </a:custGeom>
          <a:gradFill>
            <a:gsLst>
              <a:gs pos="0">
                <a:srgbClr val="4093EF">
                  <a:alpha val="50980"/>
                </a:srgbClr>
              </a:gs>
              <a:gs pos="100000">
                <a:srgbClr val="4093EF">
                  <a:alpha val="0"/>
                  <a:lumMod val="5000"/>
                  <a:lumOff val="95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AutoShap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t="-16401" b="-16401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68000">
                  <a:srgbClr val="FFFFFF">
                    <a:alpha val="10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61577" y="4351337"/>
              <a:ext cx="1305684" cy="46579"/>
              <a:chOff x="742527" y="3632733"/>
              <a:chExt cx="2047260" cy="73034"/>
            </a:xfrm>
          </p:grpSpPr>
          <p:sp>
            <p:nvSpPr>
              <p:cNvPr id="13" name="AutoShape 13"/>
              <p:cNvSpPr/>
              <p:nvPr/>
            </p:nvSpPr>
            <p:spPr>
              <a:xfrm flipH="1">
                <a:off x="742527" y="3632733"/>
                <a:ext cx="624860" cy="73034"/>
              </a:xfrm>
              <a:prstGeom prst="parallelogram">
                <a:avLst/>
              </a:prstGeom>
              <a:solidFill>
                <a:srgbClr val="4093E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 flipH="1">
                <a:off x="1453727" y="3632733"/>
                <a:ext cx="624860" cy="73034"/>
              </a:xfrm>
              <a:prstGeom prst="parallelogram">
                <a:avLst/>
              </a:prstGeom>
              <a:solidFill>
                <a:srgbClr val="51A9E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 flipH="1">
                <a:off x="2164927" y="3632733"/>
                <a:ext cx="624860" cy="73034"/>
              </a:xfrm>
              <a:prstGeom prst="parallelogram">
                <a:avLst/>
              </a:prstGeom>
              <a:solidFill>
                <a:srgbClr val="86AD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16" name="AutoShape 16"/>
            <p:cNvSpPr/>
            <p:nvPr/>
          </p:nvSpPr>
          <p:spPr>
            <a:xfrm>
              <a:off x="660400" y="1028700"/>
              <a:ext cx="6258560" cy="0"/>
            </a:xfrm>
            <a:prstGeom prst="line">
              <a:avLst/>
            </a:prstGeom>
            <a:ln w="6350">
              <a:gradFill>
                <a:gsLst>
                  <a:gs pos="0">
                    <a:srgbClr val="4093EF">
                      <a:alpha val="100000"/>
                    </a:srgbClr>
                  </a:gs>
                  <a:gs pos="100000">
                    <a:srgbClr val="4093EF">
                      <a:alpha val="0"/>
                      <a:lumMod val="5000"/>
                      <a:lumOff val="95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2136775" y="4376737"/>
              <a:ext cx="4629150" cy="0"/>
            </a:xfrm>
            <a:prstGeom prst="line">
              <a:avLst/>
            </a:prstGeom>
            <a:ln w="6350">
              <a:gradFill>
                <a:gsLst>
                  <a:gs pos="0">
                    <a:srgbClr val="4093EF">
                      <a:alpha val="100000"/>
                    </a:srgbClr>
                  </a:gs>
                  <a:gs pos="100000">
                    <a:srgbClr val="4093EF">
                      <a:alpha val="0"/>
                      <a:lumMod val="5000"/>
                      <a:lumOff val="95000"/>
                    </a:srgbClr>
                  </a:gs>
                </a:gsLst>
                <a:lin ang="0"/>
              </a:gradFill>
              <a:prstDash val="solid"/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0" y="6078356"/>
              <a:ext cx="3474720" cy="779644"/>
            </a:xfrm>
            <a:custGeom>
              <a:avLst/>
              <a:gdLst/>
              <a:ahLst/>
              <a:cxnLst/>
              <a:rect l="l" t="t" r="r" b="b"/>
              <a:pathLst>
                <a:path w="3474720" h="779644">
                  <a:moveTo>
                    <a:pt x="3471642" y="0"/>
                  </a:moveTo>
                  <a:lnTo>
                    <a:pt x="3474720" y="0"/>
                  </a:lnTo>
                  <a:lnTo>
                    <a:pt x="3474720" y="5331"/>
                  </a:lnTo>
                  <a:close/>
                  <a:moveTo>
                    <a:pt x="0" y="0"/>
                  </a:moveTo>
                  <a:lnTo>
                    <a:pt x="2342461" y="0"/>
                  </a:lnTo>
                  <a:lnTo>
                    <a:pt x="2792588" y="779644"/>
                  </a:lnTo>
                  <a:lnTo>
                    <a:pt x="0" y="779644"/>
                  </a:lnTo>
                  <a:close/>
                </a:path>
              </a:pathLst>
            </a:custGeom>
            <a:gradFill>
              <a:gsLst>
                <a:gs pos="0">
                  <a:srgbClr val="4093EF">
                    <a:alpha val="50980"/>
                  </a:srgbClr>
                </a:gs>
                <a:gs pos="100000">
                  <a:srgbClr val="4093EF">
                    <a:alpha val="0"/>
                    <a:lumMod val="5000"/>
                    <a:lumOff val="95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2"/>
          <p:cNvSpPr txBox="1">
            <a:spLocks/>
          </p:cNvSpPr>
          <p:nvPr/>
        </p:nvSpPr>
        <p:spPr>
          <a:xfrm>
            <a:off x="2682820" y="1161030"/>
            <a:ext cx="6826358" cy="12145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384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三维</a:t>
            </a:r>
            <a:r>
              <a:rPr lang="en-US" altLang="zh-CN" sz="384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GIS</a:t>
            </a:r>
            <a:r>
              <a:rPr lang="zh-CN" altLang="en-US" sz="384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原理与应用</a:t>
            </a:r>
            <a:endParaRPr kumimoji="1" lang="zh-CN" altLang="en-US" sz="3840" b="1" spc="45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6A56D2-C99B-49FC-9DB6-9E3460D0262F}"/>
              </a:ext>
            </a:extLst>
          </p:cNvPr>
          <p:cNvSpPr/>
          <p:nvPr/>
        </p:nvSpPr>
        <p:spPr>
          <a:xfrm>
            <a:off x="3685725" y="2322764"/>
            <a:ext cx="4621778" cy="9720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32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三维显示实习任务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C7528A-7657-3C54-EEA1-AA8FEF13DFB9}"/>
              </a:ext>
            </a:extLst>
          </p:cNvPr>
          <p:cNvSpPr txBox="1"/>
          <p:nvPr/>
        </p:nvSpPr>
        <p:spPr>
          <a:xfrm>
            <a:off x="4108579" y="910960"/>
            <a:ext cx="397484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6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44A5FE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武汉大学</a:t>
            </a:r>
            <a:r>
              <a:rPr lang="en-US" altLang="zh-CN" sz="216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44A5FE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2025-2026</a:t>
            </a:r>
            <a:r>
              <a:rPr lang="zh-CN" altLang="en-US" sz="216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44A5FE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第二学期</a:t>
            </a:r>
            <a:endParaRPr lang="zh-CN" altLang="en-US" sz="132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44A5FE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232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F82EC7-CAE8-3AE2-9096-5C71783CD515}"/>
              </a:ext>
            </a:extLst>
          </p:cNvPr>
          <p:cNvSpPr txBox="1"/>
          <p:nvPr/>
        </p:nvSpPr>
        <p:spPr>
          <a:xfrm>
            <a:off x="1219200" y="1295400"/>
            <a:ext cx="5181600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测试加载单个模型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自己下载的点云，加工处理后构建成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宋卿体育馆单个模型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BC4D41-BE12-1FF0-B2E9-02B45C7BE3CA}"/>
              </a:ext>
            </a:extLst>
          </p:cNvPr>
          <p:cNvSpPr txBox="1"/>
          <p:nvPr/>
        </p:nvSpPr>
        <p:spPr>
          <a:xfrm>
            <a:off x="1219200" y="4216074"/>
            <a:ext cx="5181600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开发其它交互功能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自己感兴趣的其它功能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4F82EC7-CAE8-3AE2-9096-5C71783CD515}"/>
              </a:ext>
            </a:extLst>
          </p:cNvPr>
          <p:cNvSpPr txBox="1"/>
          <p:nvPr/>
        </p:nvSpPr>
        <p:spPr>
          <a:xfrm>
            <a:off x="6629400" y="1295400"/>
            <a:ext cx="5181600" cy="253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开发加载地形模型（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和影像）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将自己下载的数据（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和影像）进行叠加显示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构建地形三角网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法向量计算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纹理坐标计算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模型加入场景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951778-57AD-B48E-7E31-14832A1FA13A}"/>
              </a:ext>
            </a:extLst>
          </p:cNvPr>
          <p:cNvSpPr txBox="1"/>
          <p:nvPr/>
        </p:nvSpPr>
        <p:spPr>
          <a:xfrm>
            <a:off x="1219200" y="3019945"/>
            <a:ext cx="5181600" cy="875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开发加载批量模型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一次性加载显示宋卿体育馆模型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EFA068-D9CA-F5A9-EA67-D615303E04F4}"/>
              </a:ext>
            </a:extLst>
          </p:cNvPr>
          <p:cNvSpPr txBox="1"/>
          <p:nvPr/>
        </p:nvSpPr>
        <p:spPr>
          <a:xfrm>
            <a:off x="3733800" y="5486400"/>
            <a:ext cx="312420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辅助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自己调试</a:t>
            </a:r>
            <a:endParaRPr lang="en-US" altLang="zh-CN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2256761"/>
      </p:ext>
    </p:extLst>
  </p:cSld>
  <p:clrMapOvr>
    <a:masterClrMapping/>
  </p:clrMapOvr>
</p:sld>
</file>

<file path=ppt/theme/theme1.xml><?xml version="1.0" encoding="utf-8"?>
<a:theme xmlns:a="http://schemas.openxmlformats.org/drawingml/2006/main" name="fd2acd42-035f-4910-898b-4a88600f1ce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97</Words>
  <Application>Microsoft Office PowerPoint</Application>
  <PresentationFormat>宽屏</PresentationFormat>
  <Paragraphs>17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微软雅黑</vt:lpstr>
      <vt:lpstr>Arial</vt:lpstr>
      <vt:lpstr>Calibri</vt:lpstr>
      <vt:lpstr>Wingdings</vt:lpstr>
      <vt:lpstr>fd2acd42-035f-4910-898b-4a88600f1cee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andy</dc:creator>
  <cp:lastModifiedBy>andy</cp:lastModifiedBy>
  <cp:revision>5</cp:revision>
  <dcterms:created xsi:type="dcterms:W3CDTF">2006-08-16T00:00:00Z</dcterms:created>
  <dcterms:modified xsi:type="dcterms:W3CDTF">2026-04-08T06:03:21Z</dcterms:modified>
</cp:coreProperties>
</file>